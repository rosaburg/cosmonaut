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08C44-9B4A-405C-9C83-C7E1934A45C9}" v="2" dt="2020-06-25T05:00:32.935"/>
    <p1510:client id="{8ACBFA18-E9B8-43C6-9785-DEF89E907749}" v="56" dt="2020-06-25T05:04:32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24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98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94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44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89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43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90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285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96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3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flower, bird&#10;&#10;Description generated with very high confidence">
            <a:extLst>
              <a:ext uri="{FF2B5EF4-FFF2-40B4-BE49-F238E27FC236}">
                <a16:creationId xmlns:a16="http://schemas.microsoft.com/office/drawing/2014/main" id="{1074EE33-12DA-483E-9BE7-E2A3E6F9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-3679"/>
            <a:ext cx="9140455" cy="686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14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food&#10;&#10;Description generated with very high confidence">
            <a:extLst>
              <a:ext uri="{FF2B5EF4-FFF2-40B4-BE49-F238E27FC236}">
                <a16:creationId xmlns:a16="http://schemas.microsoft.com/office/drawing/2014/main" id="{882E4C53-F5C6-44F0-AD34-8C0CA5AC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3349"/>
            <a:ext cx="9140455" cy="685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122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5E05F8D4-786E-4402-9E1E-C6F009E2A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1091"/>
            <a:ext cx="9140455" cy="685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555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monitor, table, sitting, small&#10;&#10;Description generated with very high confidence">
            <a:extLst>
              <a:ext uri="{FF2B5EF4-FFF2-40B4-BE49-F238E27FC236}">
                <a16:creationId xmlns:a16="http://schemas.microsoft.com/office/drawing/2014/main" id="{2F15A65F-F66A-4113-8260-DDDDD478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-1164"/>
            <a:ext cx="9140455" cy="686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picture containing black, sitting&#10;&#10;Description generated with very high confidence">
            <a:extLst>
              <a:ext uri="{FF2B5EF4-FFF2-40B4-BE49-F238E27FC236}">
                <a16:creationId xmlns:a16="http://schemas.microsoft.com/office/drawing/2014/main" id="{DABBAF78-58CE-493D-BB4E-B793E5FB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3411"/>
            <a:ext cx="9140455" cy="68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2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72DC80DB-8349-4B2D-A2B5-38C2DA0E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3777"/>
            <a:ext cx="9140455" cy="685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940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2347339-6402-486C-A74B-99578F96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4265"/>
            <a:ext cx="9140455" cy="684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6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screen shot of a city&#10;&#10;Description generated with high confidence">
            <a:extLst>
              <a:ext uri="{FF2B5EF4-FFF2-40B4-BE49-F238E27FC236}">
                <a16:creationId xmlns:a16="http://schemas.microsoft.com/office/drawing/2014/main" id="{B0523352-C409-42AF-A172-728EBD664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3411"/>
            <a:ext cx="9140455" cy="68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3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close up of a logo&#10;&#10;Description generated with high confidence">
            <a:extLst>
              <a:ext uri="{FF2B5EF4-FFF2-40B4-BE49-F238E27FC236}">
                <a16:creationId xmlns:a16="http://schemas.microsoft.com/office/drawing/2014/main" id="{75DAF395-89FB-4FBA-BA4F-2434D701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" y="4265"/>
            <a:ext cx="9140455" cy="684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73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52</cp:revision>
  <dcterms:created xsi:type="dcterms:W3CDTF">2020-06-25T05:00:42Z</dcterms:created>
  <dcterms:modified xsi:type="dcterms:W3CDTF">2020-06-25T05:05:18Z</dcterms:modified>
</cp:coreProperties>
</file>